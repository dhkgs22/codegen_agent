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开场：老师们好，我的项目是多智能体代码助手，用 AI 自动完成写代码、运行、修Bug、写文档的整个闭环。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讲清楚为什么做：把写代码中重复、机械的部分交给多Agent协作完成。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核心创新是多Agent分工：每个Agent职责单一，通过Coordinator编排和事件流联动。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重点讲沙箱和安全设计，体现工程素养。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这里切到演示视频或现场demo，展示真实运行。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用数据说话，展示仓库地址和CI截图。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收尾：感谢老师，欢迎提问。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多智能体代码助手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4A90D9"/>
                </a:solidFill>
                <a:latin typeface="微软雅黑"/>
              </a:rPr>
              <a:t>Coordinator + Code / Debug / Doc Agent 自动化流水线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B4B9C8"/>
                </a:solidFill>
                <a:latin typeface="微软雅黑"/>
              </a:rPr>
              <a:t>2026 暑期 AI Agent 成长实践 · 项目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93776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07492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自动写代码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93776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自动修 Bug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3776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507492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自动写文档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B4B9C8"/>
                </a:solidFill>
                <a:latin typeface="微软雅黑"/>
              </a:rPr>
              <a:t>汇报人：小明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37760" cy="41148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3776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背景：开发中的痛点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4805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每次写代码都要手动写、跑、改、查文档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重复机械的操作占用了大量时间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希望用 AI 自动化这条完整流水线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目标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2761488"/>
            <a:ext cx="146304" cy="14630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微软雅黑"/>
              </a:rPr>
              <a:t>输入一句自然语言 → 自动生成可运行代码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675887"/>
            <a:ext cx="146304" cy="14630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微软雅黑"/>
              </a:rPr>
              <a:t>运行失败 → Debug Agent 自动定位并修复（至多 N 轮）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4590288"/>
            <a:ext cx="146304" cy="14630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微软雅黑"/>
              </a:rPr>
              <a:t>成功 → Doc Agent 自动生成 README 文档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5504688"/>
            <a:ext cx="146304" cy="14630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微软雅黑"/>
              </a:rPr>
              <a:t>全过程事件流可视化，随时可查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系统架构：多智能体编排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1645920"/>
            <a:ext cx="4846320" cy="1005840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874519"/>
            <a:ext cx="4846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1A1A2E"/>
                </a:solidFill>
                <a:latin typeface="微软雅黑"/>
              </a:rPr>
              <a:t>Coordinator（总控编排）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2651760" cy="155448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Code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B4B9C8"/>
                </a:solidFill>
                <a:latin typeface="微软雅黑"/>
              </a:rPr>
              <a:t>生成代码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49039"/>
            <a:ext cx="2651760" cy="155448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023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Debug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617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B4B9C8"/>
                </a:solidFill>
                <a:latin typeface="微软雅黑"/>
              </a:rPr>
              <a:t>运行 + 自动修复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749039"/>
            <a:ext cx="2651760" cy="155448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023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Doc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6177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B4B9C8"/>
                </a:solidFill>
                <a:latin typeface="微软雅黑"/>
              </a:rPr>
              <a:t>生成 README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40280" y="2651760"/>
            <a:ext cx="3840480" cy="1097279"/>
          </a:xfrm>
          <a:prstGeom prst="line">
            <a:avLst/>
          </a:prstGeom>
          <a:ln w="2540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651760"/>
            <a:ext cx="0" cy="1097279"/>
          </a:xfrm>
          <a:prstGeom prst="line">
            <a:avLst/>
          </a:prstGeom>
          <a:ln w="2540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651760"/>
            <a:ext cx="3840480" cy="1097279"/>
          </a:xfrm>
          <a:prstGeom prst="line">
            <a:avLst/>
          </a:prstGeom>
          <a:ln w="2540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5669280"/>
            <a:ext cx="10698480" cy="640080"/>
          </a:xfrm>
          <a:prstGeom prst="roundRect">
            <a:avLst>
              <a:gd name="adj" fmla="val 30000"/>
            </a:avLst>
          </a:prstGeom>
          <a:solidFill>
            <a:srgbClr val="262640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事件流 EventBus → CLI / SSE / Streamlit 实时展示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核心技术实现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79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LLM 抽象层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统一 chat 接口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DeepSeek 默认，可换 Claude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FakeClient 测试不花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79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沙箱执行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5176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subprocess 隔离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临时目录 + 超时保护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捕获输出 / 报错 / 退出码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1206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512064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59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修复循环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2064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失败 → 报错喂回 LLM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自动生成修复代码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至多 N 轮（默认 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206240"/>
            <a:ext cx="51206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4206240"/>
            <a:ext cx="512064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480559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安全设计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12064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API Key 存 .env 不入库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沙箱不装未知依赖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事件流全流程可观测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功能演示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⌨ 命令行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python -m app.cli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"写一个斐波那契程序"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实时打印 Agent 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🌐 Web 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Streamlit 可视化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实时观看工作过程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事件流逐条渲染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⚡ API /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POST /api/run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GET /api/run/stream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流式推送事件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1A1A2E"/>
                </a:solidFill>
                <a:latin typeface="微软雅黑"/>
              </a:rPr>
              <a:t>真实效果：生成 → 运行 → 修Bug → README，端到端 7.5 秒完成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成果与数据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2860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2EC4B6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pytest 测试全部通过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22860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4A90D9"/>
                </a:solidFill>
                <a:latin typeface="微软雅黑"/>
              </a:rPr>
              <a:t>7.5s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端到端真实运行耗时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22860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79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2EC4B6"/>
                </a:solidFill>
                <a:latin typeface="微软雅黑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69279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CI 全绿，每次推送自动验证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06240"/>
            <a:ext cx="5120640" cy="22860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79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4A90D9"/>
                </a:solidFill>
                <a:latin typeface="微软雅黑"/>
              </a:rPr>
              <a:t>v1.0.0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69279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GitHub Release 已发布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698480" cy="548640"/>
          </a:xfrm>
          <a:prstGeom prst="roundRect">
            <a:avLst>
              <a:gd name="adj" fmla="val 30000"/>
            </a:avLst>
          </a:prstGeom>
          <a:solidFill>
            <a:srgbClr val="262640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工程规范：MIT License · CONTRIBUTING 贡献指南 · 三种入口全部实测可用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4A90D9"/>
                </a:solidFill>
                <a:latin typeface="微软雅黑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2011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128016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收获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多Agent 编排与事件驱动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沙箱隔离 / LLM 抽象 / CI-CD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完整工程化交付经验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28016"/>
          </a:xfrm>
          <a:prstGeom prst="round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仅支持单文件 Python 项目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修复质量依赖 LLM 能力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缺少系统 Benchmark 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31089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128016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7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517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支持多文件与依赖安装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新增测试生成 Agent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4B9C8"/>
                </a:solidFill>
                <a:latin typeface="微软雅黑"/>
              </a:rPr>
              <a:t>建立成功率/耗时量化评估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微软雅黑"/>
              </a:rPr>
              <a:t>感谢聆听，敬请指正！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629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B4B9C8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