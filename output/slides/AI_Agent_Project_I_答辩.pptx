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开场：老师们好，我的项目是多智能体代码助手，用 AI 自动完成写代码、运行、修Bug、写文档的整个闭环。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这一页讲清楚为什么做：把写代码中重复、机械的部分交给多Agent协作完成。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核心创新是多Agent分工：每个Agent职责单一，通过Coordinator编排和事件流联动。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重点讲沙箱和安全设计，体现工程素养。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这里切到演示视频或现场demo，展示真实运行。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用数据说话，展示仓库地址和CI截图。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收尾：感谢老师，欢迎提问。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4A90D9"/>
                </a:solidFill>
                <a:latin typeface="微软雅黑"/>
              </a:rPr>
              <a:t>多智能体代码助手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FFFFFF"/>
                </a:solidFill>
                <a:latin typeface="微软雅黑"/>
              </a:rPr>
              <a:t>项目 I · 2026 暑期 AI Agent 成长实践</a:t>
            </a:r>
          </a:p>
          <a:p>
            <a:r>
              <a:rPr sz="1800">
                <a:solidFill>
                  <a:srgbClr val="B4B9C8"/>
                </a:solidFill>
                <a:latin typeface="微软雅黑"/>
              </a:rPr>
              <a:t>汇报人：小明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4A90D9"/>
                </a:solidFill>
                <a:latin typeface="微软雅黑"/>
              </a:rPr>
              <a:t>项目背景与目标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问题：日常开发中「写代码、跑代码、改Bug、写文档」占用大量时间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思路：让多个 AI Agent 各司其职，协作完成这条流水线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目标1：输入一句自然语言，自动生成可运行的 Python 程序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目标2：运行失败时，Debug Agent 自动定位并修复（至多 N 轮）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目标3：成功后自动生成 README 文档，全流程可视化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4A90D9"/>
                </a:solidFill>
                <a:latin typeface="微软雅黑"/>
              </a:rPr>
              <a:t>系统架构：多智能体编排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Coordinator（总控编排）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B4B9C8"/>
                </a:solidFill>
                <a:latin typeface="微软雅黑"/>
              </a:rPr>
              <a:t>  ├── Code Agent   : 自然语言 → 生成 Python 代码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B4B9C8"/>
                </a:solidFill>
                <a:latin typeface="微软雅黑"/>
              </a:rPr>
              <a:t>  ├── Debug Agent  : 沙箱运行 → 失败自动修复（循环）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B4B9C8"/>
                </a:solidFill>
                <a:latin typeface="微软雅黑"/>
              </a:rPr>
              <a:t>  ├── Doc Agent    : 运行通过 → 生成 README.md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B4B9C8"/>
                </a:solidFill>
                <a:latin typeface="微软雅黑"/>
              </a:rPr>
              <a:t>  └── 事件流(EventBus) : 全过程实时可见，前端/CLI 渲染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4A90D9"/>
                </a:solidFill>
                <a:latin typeface="微软雅黑"/>
              </a:rPr>
              <a:t>核心技术实现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LLM 抽象层：默认 DeepSeek，接口统一，可换 Claude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沙箱执行：subprocess 隔离 + 临时目录 + 超时保护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修复循环：失败 → 报错喂回 LLM → 重跑，至多 N 轮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事件流：结构化事件经 EventBus 广播，CLI/SSE/Web 三种消费端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安全：API Key 存 .env 不入库，沙箱不装未知依赖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4A90D9"/>
                </a:solidFill>
                <a:latin typeface="微软雅黑"/>
              </a:rPr>
              <a:t>功能演示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命令行：python -m app.cli "写一个计算斐波那契数列的程序"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Web 界面：Streamlit 实时观看 Agent 工作过程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API：POST /api/run（同步）+ GET /api/run/stream（SSE 流式）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真实效果：生成→运行→修Bug→README，端到端 7.5 秒完成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4A90D9"/>
                </a:solidFill>
                <a:latin typeface="微软雅黑"/>
              </a:rPr>
              <a:t>成果与数据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测试：15 个 pytest 测试全部通过（Fake LLM，不消耗 token）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CI/CD：GitHub Actions 自动验证，推送即跑，全绿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版本：GitHub Release v1.0.0，含完整 Release Note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工程规范：MIT License + CONTRIBUTING 贡献指南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三种入口：CLI / Web / API，全部实测可用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4A90D9"/>
                </a:solidFill>
                <a:latin typeface="微软雅黑"/>
              </a:rPr>
              <a:t>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收获：掌握多Agent编排、事件驱动、沙箱隔离、CI/CD 全套工程方法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不足：仅支持单文件 Python 项目，Debug 依赖 LLM 质量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展望：支持多文件与依赖安装、加入测试生成 Agent、Benchmark 统计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微软雅黑"/>
              </a:rPr>
              <a:t>感谢聆听，敬请指正！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